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ocument title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6E8285"/>
                </a:solidFill>
                <a:latin typeface="Segoe UI"/>
              </a:rPr>
              <a:t>Route Split Cases</a:t>
            </a:r>
          </a:p>
        </p:txBody>
      </p:sp>
      <p:sp>
        <p:nvSpPr>
          <p:cNvPr id="100000" name="case metadata"/>
          <p:cNvSpPr/>
          <p:nvPr/>
        </p:nvSpPr>
        <p:spPr>
          <a:xfrm>
            <a:off x="457200" y="289560"/>
            <a:ext cx="1127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900" b="0" dirty="0">
                <a:solidFill>
                  <a:srgbClr val="6E8285"/>
                </a:solidFill>
                <a:latin typeface="Segoe UI"/>
              </a:rPr>
              <a:t>Test Plan  ·  Pro  ·  Roads &amp; Highways  ·  edited 2026-08-12 by K. Roper</a:t>
            </a:r>
          </a:p>
        </p:txBody>
      </p:sp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Slide 3 — Route split (1 of 2)</a:t>
            </a:r>
          </a:p>
        </p:txBody>
      </p:sp>
      <p:grpSp>
        <p:nvGrpSpPr>
          <p:cNvPr id="4" name="Slide 3 — Route split (1 of 2)" descr="Slide 3 — Route split (1 of 2) — Schematic of the case: loop route, split at measure 20."/>
          <p:cNvGrpSpPr/>
          <p:nvPr/>
        </p:nvGrpSpPr>
        <p:grpSpPr>
          <a:xfrm>
            <a:off x="2476500" y="2236470"/>
            <a:ext cx="7239000" cy="3048000"/>
            <a:chOff x="0" y="0"/>
            <a:chExt cx="7239000" cy="3048000"/>
          </a:xfrm>
        </p:grpSpPr>
        <p:sp>
          <p:nvSpPr>
            <p:cNvPr id="5" name="event"/>
            <p:cNvSpPr/>
            <p:nvPr/>
          </p:nvSpPr>
          <p:spPr>
            <a:xfrm>
              <a:off x="762000" y="952500"/>
              <a:ext cx="2286000" cy="0"/>
            </a:xfrm>
            <a:prstGeom prst="line">
              <a:avLst/>
            </a:prstGeom>
            <a:ln w="7620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3048000" y="952500"/>
              <a:ext cx="2286000" cy="0"/>
            </a:xfrm>
            <a:prstGeom prst="line">
              <a:avLst/>
            </a:prstGeom>
            <a:ln w="76200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762000" y="881063"/>
              <a:ext cx="0" cy="142875"/>
            </a:xfrm>
            <a:prstGeom prst="line">
              <a:avLst/>
            </a:prstGeom>
            <a:ln w="13335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1333500" y="909638"/>
              <a:ext cx="0" cy="85725"/>
            </a:xfrm>
            <a:prstGeom prst="line">
              <a:avLst/>
            </a:prstGeom>
            <a:ln w="10954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571500" y="952500"/>
              <a:ext cx="57150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6210300" y="952500"/>
              <a:ext cx="762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3048000" y="852488"/>
              <a:ext cx="0" cy="200025"/>
            </a:xfrm>
            <a:prstGeom prst="line">
              <a:avLst/>
            </a:prstGeom>
            <a:ln w="13335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3017520" y="922020"/>
              <a:ext cx="60960" cy="60960"/>
            </a:xfrm>
            <a:prstGeom prst="ellipse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700945" y="721043"/>
              <a:ext cx="1221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1470422" y="1047750"/>
              <a:ext cx="8691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952500" y="1524000"/>
              <a:ext cx="1143000" cy="457200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2714625" y="1524000"/>
              <a:ext cx="1047750" cy="457200"/>
            </a:xfrm>
            <a:prstGeom prst="ellipse">
              <a:avLst/>
            </a:prstGeom>
            <a:solidFill>
              <a:srgbClr val="F9F0E2"/>
            </a:solidFill>
            <a:ln w="15240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4191000" y="1524000"/>
              <a:ext cx="1143000" cy="457200"/>
            </a:xfrm>
            <a:prstGeom prst="diamond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2095500" y="1752600"/>
              <a:ext cx="619125" cy="0"/>
            </a:xfrm>
            <a:prstGeom prst="line">
              <a:avLst/>
            </a:prstGeom>
            <a:ln w="171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3762375" y="1752600"/>
              <a:ext cx="428625" cy="953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71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5524500" y="1333500"/>
              <a:ext cx="762000" cy="762000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20955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5524500" y="2286000"/>
              <a:ext cx="762000" cy="190500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20955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571500" y="2857500"/>
              <a:ext cx="209550" cy="0"/>
            </a:xfrm>
            <a:prstGeom prst="line">
              <a:avLst/>
            </a:prstGeom>
            <a:ln w="47625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838200" y="2777490"/>
              <a:ext cx="61522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5524500" y="571500"/>
              <a:ext cx="381000" cy="762000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15240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gures">
  <a:themeElements>
    <a:clrScheme name="Figures">
      <a:dk1>
        <a:srgbClr val="16302F"/>
      </a:dk1>
      <a:lt1>
        <a:srgbClr val="FFFFFF"/>
      </a:lt1>
      <a:dk2>
        <a:srgbClr val="4E6265"/>
      </a:dk2>
      <a:lt2>
        <a:srgbClr val="EFF2F2"/>
      </a:lt2>
      <a:accent1>
        <a:srgbClr val="1B6E8C"/>
      </a:accent1>
      <a:accent2>
        <a:srgbClr val="C2701A"/>
      </a:accent2>
      <a:accent3>
        <a:srgbClr val="2E7D5B"/>
      </a:accent3>
      <a:accent4>
        <a:srgbClr val="7A5AA6"/>
      </a:accent4>
      <a:accent5>
        <a:srgbClr val="B2442F"/>
      </a:accent5>
      <a:accent6>
        <a:srgbClr val="6E8285"/>
      </a:accent6>
      <a:hlink>
        <a:srgbClr val="1B6E8C"/>
      </a:hlink>
      <a:folHlink>
        <a:srgbClr val="7A5AA6"/>
      </a:folHlink>
    </a:clrScheme>
    <a:fontScheme name="Figur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igur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plan figures</dc:title>
  <dc:creator>svg2pptx</dc:creator>
  <dcterms:created xsi:type="dcterms:W3CDTF">2026-09-05T04:39:03Z</dcterms:created>
  <dcterms:modified xsi:type="dcterms:W3CDTF">2026-09-05T04:39:03Z</dcterms:modified>
</cp:coreProperties>
</file>