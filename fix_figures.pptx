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slide title"/>
          <p:cNvSpPr/>
          <p:nvPr/>
        </p:nvSpPr>
        <p:spPr>
          <a:xfrm>
            <a:off x="457200" y="553720"/>
            <a:ext cx="112776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800" b="1" dirty="0">
                <a:solidFill>
                  <a:srgbClr val="16302F"/>
                </a:solidFill>
                <a:latin typeface="Segoe UI"/>
              </a:rPr>
              <a:t>Slide 3 — Route split (1 of 2)</a:t>
            </a:r>
          </a:p>
        </p:txBody>
      </p:sp>
      <p:grpSp>
        <p:nvGrpSpPr>
          <p:cNvPr id="4" name="Slide 3 — Route split (1 of 2)" descr="Slide 3 — Route split (1 of 2) — Schematic of the case: loop route, split at measure 20."/>
          <p:cNvGrpSpPr/>
          <p:nvPr/>
        </p:nvGrpSpPr>
        <p:grpSpPr>
          <a:xfrm>
            <a:off x="2476500" y="2236470"/>
            <a:ext cx="7239000" cy="3048000"/>
            <a:chOff x="0" y="0"/>
            <a:chExt cx="7239000" cy="3048000"/>
          </a:xfrm>
        </p:grpSpPr>
        <p:sp>
          <p:nvSpPr>
            <p:cNvPr id="5" name="event"/>
            <p:cNvSpPr/>
            <p:nvPr/>
          </p:nvSpPr>
          <p:spPr>
            <a:xfrm>
              <a:off x="762000" y="952500"/>
              <a:ext cx="2286000" cy="0"/>
            </a:xfrm>
            <a:prstGeom prst="line">
              <a:avLst/>
            </a:prstGeom>
            <a:ln w="76200" cap="flat">
              <a:solidFill>
                <a:srgbClr val="4FA7D5"/>
              </a:solidFill>
              <a:round/>
              <a:headEnd type="none"/>
              <a:tailEnd type="none"/>
            </a:ln>
          </p:spPr>
        </p:sp>
        <p:sp>
          <p:nvSpPr>
            <p:cNvPr id="6" name="event"/>
            <p:cNvSpPr/>
            <p:nvPr/>
          </p:nvSpPr>
          <p:spPr>
            <a:xfrm>
              <a:off x="3048000" y="952500"/>
              <a:ext cx="2286000" cy="0"/>
            </a:xfrm>
            <a:prstGeom prst="line">
              <a:avLst/>
            </a:prstGeom>
            <a:ln w="76200" cap="flat">
              <a:solidFill>
                <a:srgbClr val="E39A45"/>
              </a:solidFill>
              <a:round/>
              <a:headEnd type="none"/>
              <a:tailEnd type="none"/>
            </a:ln>
          </p:spPr>
        </p:sp>
        <p:sp>
          <p:nvSpPr>
            <p:cNvPr id="7" name="tick"/>
            <p:cNvSpPr/>
            <p:nvPr/>
          </p:nvSpPr>
          <p:spPr>
            <a:xfrm>
              <a:off x="762000" y="881063"/>
              <a:ext cx="0" cy="142875"/>
            </a:xfrm>
            <a:prstGeom prst="line">
              <a:avLst/>
            </a:prstGeom>
            <a:ln w="13335" cap="rnd">
              <a:solidFill>
                <a:srgbClr val="4E6265"/>
              </a:solidFill>
              <a:round/>
              <a:headEnd type="none"/>
              <a:tailEnd type="none"/>
            </a:ln>
          </p:spPr>
        </p:sp>
        <p:sp>
          <p:nvSpPr>
            <p:cNvPr id="8" name="tick"/>
            <p:cNvSpPr/>
            <p:nvPr/>
          </p:nvSpPr>
          <p:spPr>
            <a:xfrm>
              <a:off x="1333500" y="909638"/>
              <a:ext cx="0" cy="85725"/>
            </a:xfrm>
            <a:prstGeom prst="line">
              <a:avLst/>
            </a:prstGeom>
            <a:ln w="10954" cap="rnd">
              <a:solidFill>
                <a:srgbClr val="6E8285"/>
              </a:solidFill>
              <a:round/>
              <a:headEnd type="none"/>
              <a:tailEnd type="none"/>
            </a:ln>
          </p:spPr>
        </p:sp>
        <p:sp>
          <p:nvSpPr>
            <p:cNvPr id="9" name="route"/>
            <p:cNvSpPr/>
            <p:nvPr/>
          </p:nvSpPr>
          <p:spPr>
            <a:xfrm>
              <a:off x="571500" y="952500"/>
              <a:ext cx="5715000" cy="0"/>
            </a:xfrm>
            <a:prstGeom prst="line">
              <a:avLst/>
            </a:prstGeom>
            <a:ln w="28575" cap="flat">
              <a:solidFill>
                <a:srgbClr val="16302F"/>
              </a:solidFill>
              <a:prstDash val="dash"/>
              <a:round/>
              <a:headEnd type="none"/>
              <a:tailEnd type="none"/>
            </a:ln>
          </p:spPr>
        </p:sp>
        <p:sp>
          <p:nvSpPr>
            <p:cNvPr id="10" name="route"/>
            <p:cNvSpPr/>
            <p:nvPr/>
          </p:nvSpPr>
          <p:spPr>
            <a:xfrm>
              <a:off x="6210300" y="952500"/>
              <a:ext cx="76200" cy="0"/>
            </a:xfrm>
            <a:prstGeom prst="line">
              <a:avLst/>
            </a:prstGeom>
            <a:ln w="28575" cap="flat">
              <a:solidFill>
                <a:srgbClr val="16302F"/>
              </a:solidFill>
              <a:prstDash val="dash"/>
              <a:round/>
              <a:headEnd type="none"/>
              <a:tailEnd type="triangle" w="med" len="med"/>
            </a:ln>
          </p:spPr>
        </p:sp>
        <p:sp>
          <p:nvSpPr>
            <p:cNvPr id="11" name="split"/>
            <p:cNvSpPr/>
            <p:nvPr/>
          </p:nvSpPr>
          <p:spPr>
            <a:xfrm>
              <a:off x="3048000" y="852488"/>
              <a:ext cx="0" cy="200025"/>
            </a:xfrm>
            <a:prstGeom prst="line">
              <a:avLst/>
            </a:prstGeom>
            <a:ln w="13335" cap="rnd">
              <a:solidFill>
                <a:srgbClr val="16302F">
                  <a:alpha val="55000"/>
                </a:srgbClr>
              </a:solidFill>
              <a:prstDash val="sysDash"/>
              <a:round/>
              <a:headEnd type="none"/>
              <a:tailEnd type="none"/>
            </a:ln>
          </p:spPr>
        </p:sp>
        <p:sp>
          <p:nvSpPr>
            <p:cNvPr id="12" name="splitdot"/>
            <p:cNvSpPr/>
            <p:nvPr/>
          </p:nvSpPr>
          <p:spPr>
            <a:xfrm>
              <a:off x="3017520" y="922020"/>
              <a:ext cx="60960" cy="60960"/>
            </a:xfrm>
            <a:prstGeom prst="ellipse">
              <a:avLst/>
            </a:prstGeom>
            <a:solidFill>
              <a:srgbClr val="FFFFFF"/>
            </a:solidFill>
            <a:ln w="15240" cap="rnd">
              <a:solidFill>
                <a:srgbClr val="16302F"/>
              </a:solidFill>
              <a:round/>
              <a:headEnd type="none"/>
              <a:tailEnd type="none"/>
            </a:ln>
          </p:spPr>
        </p:sp>
        <p:sp>
          <p:nvSpPr>
            <p:cNvPr id="13" name="text 0"/>
            <p:cNvSpPr/>
            <p:nvPr/>
          </p:nvSpPr>
          <p:spPr>
            <a:xfrm>
              <a:off x="700945" y="721043"/>
              <a:ext cx="1221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/>
            <a:p>
              <a:pPr algn="ctr"/>
              <a:r>
                <a:rPr lang="en-US" sz="825" b="0" dirty="0">
                  <a:solidFill>
                    <a:srgbClr val="6E8285"/>
                  </a:solidFill>
                  <a:latin typeface="Segoe UI"/>
                </a:rPr>
                <a:t>0</a:t>
              </a:r>
            </a:p>
          </p:txBody>
        </p:sp>
        <p:sp>
          <p:nvSpPr>
            <p:cNvPr id="14" name="text E7 &amp; E8"/>
            <p:cNvSpPr/>
            <p:nvPr/>
          </p:nvSpPr>
          <p:spPr>
            <a:xfrm>
              <a:off x="1470422" y="1047750"/>
              <a:ext cx="86915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/>
            <a:p>
              <a:pPr algn="ctr"/>
              <a:r>
                <a:rPr lang="en-US" sz="938" b="1" dirty="0">
                  <a:solidFill>
                    <a:srgbClr val="1B6E8C"/>
                  </a:solidFill>
                  <a:latin typeface="Segoe UI"/>
                </a:rPr>
                <a:t>E7 &amp; E8</a:t>
              </a:r>
            </a:p>
          </p:txBody>
        </p:sp>
        <p:sp>
          <p:nvSpPr>
            <p:cNvPr id="15" name="node"/>
            <p:cNvSpPr/>
            <p:nvPr/>
          </p:nvSpPr>
          <p:spPr>
            <a:xfrm>
              <a:off x="952500" y="1524000"/>
              <a:ext cx="1143000" cy="457200"/>
            </a:xfrm>
            <a:prstGeom prst="roundRect">
              <a:avLst>
                <a:gd name="adj" fmla="val 14583"/>
              </a:avLst>
            </a:prstGeom>
            <a:solidFill>
              <a:srgbClr val="E5F0F5"/>
            </a:solidFill>
            <a:ln w="15240" cap="rnd">
              <a:solidFill>
                <a:srgbClr val="16302F"/>
              </a:solidFill>
              <a:round/>
              <a:headEnd type="none"/>
              <a:tailEnd type="none"/>
            </a:ln>
          </p:spPr>
          <p:txBody>
            <a:bodyPr wrap="none" lIns="18288" tIns="9144" rIns="18288" bIns="9144" anchor="ctr"/>
            <a:lstStyle/>
            <a:p>
              <a:pPr algn="ctr"/>
              <a:r>
                <a:rPr lang="en-US" sz="900" b="0" dirty="0">
                  <a:solidFill>
                    <a:srgbClr val="16302F"/>
                  </a:solidFill>
                  <a:latin typeface="Segoe UI"/>
                </a:rPr>
                <a:t>Create route</a:t>
              </a:r>
            </a:p>
            <a:p>
              <a:pPr algn="ctr"/>
              <a:r>
                <a:rPr lang="en-US" sz="900" b="0" dirty="0">
                  <a:solidFill>
                    <a:srgbClr val="16302F"/>
                  </a:solidFill>
                  <a:latin typeface="Segoe UI"/>
                </a:rPr>
                <a:t>segment</a:t>
              </a:r>
            </a:p>
          </p:txBody>
        </p:sp>
        <p:sp>
          <p:nvSpPr>
            <p:cNvPr id="16" name="node"/>
            <p:cNvSpPr/>
            <p:nvPr/>
          </p:nvSpPr>
          <p:spPr>
            <a:xfrm>
              <a:off x="2714625" y="1524000"/>
              <a:ext cx="1047750" cy="457200"/>
            </a:xfrm>
            <a:prstGeom prst="ellipse">
              <a:avLst/>
            </a:prstGeom>
            <a:solidFill>
              <a:srgbClr val="F9F0E2"/>
            </a:solidFill>
            <a:ln w="15240" cap="rnd">
              <a:solidFill>
                <a:srgbClr val="C2701A"/>
              </a:solidFill>
              <a:round/>
              <a:headEnd type="none"/>
              <a:tailEnd type="none"/>
            </a:ln>
          </p:spPr>
          <p:txBody>
            <a:bodyPr wrap="none" lIns="18288" tIns="9144" rIns="18288" bIns="9144" anchor="ctr"/>
            <a:lstStyle/>
            <a:p>
              <a:pPr algn="ctr"/>
              <a:r>
                <a:rPr lang="en-US" sz="900" b="0" dirty="0">
                  <a:solidFill>
                    <a:srgbClr val="16302F"/>
                  </a:solidFill>
                  <a:latin typeface="Segoe UI"/>
                </a:rPr>
                <a:t>Calibrate</a:t>
              </a:r>
            </a:p>
          </p:txBody>
        </p:sp>
        <p:sp>
          <p:nvSpPr>
            <p:cNvPr id="17" name="node"/>
            <p:cNvSpPr/>
            <p:nvPr/>
          </p:nvSpPr>
          <p:spPr>
            <a:xfrm>
              <a:off x="4191000" y="1524000"/>
              <a:ext cx="1143000" cy="457200"/>
            </a:xfrm>
            <a:prstGeom prst="diamond">
              <a:avLst/>
            </a:prstGeom>
            <a:solidFill>
              <a:srgbClr val="FFFFFF"/>
            </a:solidFill>
            <a:ln w="15240" cap="rnd">
              <a:solidFill>
                <a:srgbClr val="16302F"/>
              </a:solidFill>
              <a:round/>
              <a:headEnd type="none"/>
              <a:tailEnd type="none"/>
            </a:ln>
          </p:spPr>
        </p:sp>
        <p:sp>
          <p:nvSpPr>
            <p:cNvPr id="18" name="edge"/>
            <p:cNvSpPr/>
            <p:nvPr/>
          </p:nvSpPr>
          <p:spPr>
            <a:xfrm>
              <a:off x="2095500" y="1752600"/>
              <a:ext cx="619125" cy="0"/>
            </a:xfrm>
            <a:prstGeom prst="line">
              <a:avLst/>
            </a:prstGeom>
            <a:ln w="17145" cap="rnd">
              <a:solidFill>
                <a:srgbClr val="4E6265"/>
              </a:solidFill>
              <a:round/>
              <a:headEnd type="none"/>
              <a:tailEnd type="triangle" w="med" len="med"/>
            </a:ln>
          </p:spPr>
        </p:sp>
        <p:sp>
          <p:nvSpPr>
            <p:cNvPr id="19" name="edge"/>
            <p:cNvSpPr/>
            <p:nvPr/>
          </p:nvSpPr>
          <p:spPr>
            <a:xfrm>
              <a:off x="3762375" y="1752600"/>
              <a:ext cx="428625" cy="953"/>
            </a:xfrm>
            <a:custGeom>
              <a:avLst/>
              <a:gdLst/>
              <a:ahLst/>
              <a:cxnLst/>
              <a:rect l="0" t="0" r="45000" b="100"/>
              <a:pathLst>
                <a:path w="45000" h="100" fill="none">
                  <a:moveTo>
                    <a:pt x="0" y="0"/>
                  </a:moveTo>
                  <a:lnTo>
                    <a:pt x="23000" y="0"/>
                  </a:lnTo>
                  <a:lnTo>
                    <a:pt x="23000" y="0"/>
                  </a:lnTo>
                  <a:lnTo>
                    <a:pt x="45000" y="0"/>
                  </a:lnTo>
                </a:path>
              </a:pathLst>
            </a:custGeom>
            <a:noFill/>
            <a:ln w="17145" cap="rnd">
              <a:solidFill>
                <a:srgbClr val="4E6265"/>
              </a:solidFill>
              <a:prstDash val="dash"/>
              <a:round/>
              <a:headEnd type="none"/>
              <a:tailEnd type="none"/>
            </a:ln>
          </p:spPr>
        </p:sp>
        <p:sp>
          <p:nvSpPr>
            <p:cNvPr id="20" name="free"/>
            <p:cNvSpPr/>
            <p:nvPr/>
          </p:nvSpPr>
          <p:spPr>
            <a:xfrm>
              <a:off x="5524500" y="1333500"/>
              <a:ext cx="762000" cy="762000"/>
            </a:xfrm>
            <a:custGeom>
              <a:avLst/>
              <a:gdLst/>
              <a:ahLst/>
              <a:cxnLst/>
              <a:rect l="0" t="0" r="80000" b="80000"/>
              <a:pathLst>
                <a:path w="80000" h="80000" fill="none">
                  <a:moveTo>
                    <a:pt x="0" y="20000"/>
                  </a:moveTo>
                  <a:cubicBezTo>
                    <a:pt x="20000" y="0"/>
                    <a:pt x="40000" y="80000"/>
                    <a:pt x="60000" y="40000"/>
                  </a:cubicBezTo>
                  <a:cubicBezTo>
                    <a:pt x="66667" y="33333"/>
                    <a:pt x="73333" y="33333"/>
                    <a:pt x="80000" y="40000"/>
                  </a:cubicBezTo>
                </a:path>
              </a:pathLst>
            </a:custGeom>
            <a:noFill/>
            <a:ln w="20955" cap="rnd">
              <a:solidFill>
                <a:srgbClr val="7A5AA6"/>
              </a:solidFill>
              <a:prstDash val="sysDot"/>
              <a:round/>
              <a:headEnd type="none"/>
              <a:tailEnd type="none"/>
            </a:ln>
          </p:spPr>
        </p:sp>
        <p:sp>
          <p:nvSpPr>
            <p:cNvPr id="21" name="freefill"/>
            <p:cNvSpPr/>
            <p:nvPr/>
          </p:nvSpPr>
          <p:spPr>
            <a:xfrm>
              <a:off x="5524500" y="2286000"/>
              <a:ext cx="762000" cy="190500"/>
            </a:xfrm>
            <a:custGeom>
              <a:avLst/>
              <a:gdLst/>
              <a:ahLst/>
              <a:cxnLst/>
              <a:rect l="0" t="0" r="80000" b="20000"/>
              <a:pathLst>
                <a:path w="80000" h="20000">
                  <a:moveTo>
                    <a:pt x="0" y="20000"/>
                  </a:moveTo>
                  <a:lnTo>
                    <a:pt x="40000" y="0"/>
                  </a:lnTo>
                  <a:lnTo>
                    <a:pt x="80000" y="20000"/>
                  </a:lnTo>
                  <a:close/>
                </a:path>
              </a:pathLst>
            </a:custGeom>
            <a:solidFill>
              <a:srgbClr val="E6F2EC"/>
            </a:solidFill>
            <a:ln w="20955" cap="rnd">
              <a:solidFill>
                <a:srgbClr val="2E7D5B"/>
              </a:solidFill>
              <a:round/>
              <a:headEnd type="none"/>
              <a:tailEnd type="none"/>
            </a:ln>
          </p:spPr>
        </p:sp>
        <p:sp>
          <p:nvSpPr>
            <p:cNvPr id="22" name="swatch"/>
            <p:cNvSpPr/>
            <p:nvPr/>
          </p:nvSpPr>
          <p:spPr>
            <a:xfrm>
              <a:off x="571500" y="2857500"/>
              <a:ext cx="209550" cy="0"/>
            </a:xfrm>
            <a:prstGeom prst="line">
              <a:avLst/>
            </a:prstGeom>
            <a:ln w="47625" cap="flat">
              <a:solidFill>
                <a:srgbClr val="4FA7D5"/>
              </a:solidFill>
              <a:round/>
              <a:headEnd type="none"/>
              <a:tailEnd type="none"/>
            </a:ln>
          </p:spPr>
        </p:sp>
        <p:sp>
          <p:nvSpPr>
            <p:cNvPr id="23" name="text E7 0 → 20"/>
            <p:cNvSpPr/>
            <p:nvPr/>
          </p:nvSpPr>
          <p:spPr>
            <a:xfrm>
              <a:off x="838200" y="2777490"/>
              <a:ext cx="615220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/>
            <a:p>
              <a:pPr algn="l"/>
              <a:r>
                <a:rPr lang="en-US" sz="788" b="0" dirty="0">
                  <a:solidFill>
                    <a:srgbClr val="4E6265"/>
                  </a:solidFill>
                  <a:latin typeface="Segoe UI"/>
                </a:rPr>
                <a:t>E7 0 → 20</a:t>
              </a:r>
            </a:p>
          </p:txBody>
        </p:sp>
        <p:sp>
          <p:nvSpPr>
            <p:cNvPr id="24" name="node"/>
            <p:cNvSpPr/>
            <p:nvPr/>
          </p:nvSpPr>
          <p:spPr>
            <a:xfrm rot="540000">
              <a:off x="5524500" y="571500"/>
              <a:ext cx="381000" cy="762000"/>
            </a:xfrm>
            <a:prstGeom prst="roundRect">
              <a:avLst>
                <a:gd name="adj" fmla="val 17500"/>
              </a:avLst>
            </a:prstGeom>
            <a:solidFill>
              <a:srgbClr val="EFEAF7"/>
            </a:solidFill>
            <a:ln w="15240" cap="rnd">
              <a:solidFill>
                <a:srgbClr val="7A5AA6"/>
              </a:solidFill>
              <a:round/>
              <a:headEnd type="none"/>
              <a:tailEnd type="none"/>
            </a:ln>
          </p:spPr>
          <p:txBody>
            <a:bodyPr wrap="none" lIns="18288" tIns="9144" rIns="18288" bIns="9144" anchor="ctr"/>
            <a:lstStyle/>
            <a:p>
              <a:pPr algn="ctr"/>
              <a:r>
                <a:rPr lang="en-US" sz="900" b="0" dirty="0">
                  <a:solidFill>
                    <a:srgbClr val="16302F"/>
                  </a:solidFill>
                  <a:latin typeface="Segoe UI"/>
                </a:rPr>
                <a:t>Publish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slide title"/>
          <p:cNvSpPr/>
          <p:nvPr/>
        </p:nvSpPr>
        <p:spPr>
          <a:xfrm>
            <a:off x="457200" y="553720"/>
            <a:ext cx="11277600" cy="4023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/>
            <a:r>
              <a:rPr lang="en-US" sz="1800" b="1" dirty="0">
                <a:solidFill>
                  <a:srgbClr val="16302F"/>
                </a:solidFill>
                <a:latin typeface="Segoe UI"/>
              </a:rPr>
              <a:t>Slide 10 — Route split (1 of 2)</a:t>
            </a:r>
          </a:p>
        </p:txBody>
      </p:sp>
      <p:grpSp>
        <p:nvGrpSpPr>
          <p:cNvPr id="4" name="Slide 10 — Route split (1 of 2)" descr="Slide 10 — Route split (1 of 2) — Schematic of the case: loop route, split at measure 20."/>
          <p:cNvGrpSpPr/>
          <p:nvPr/>
        </p:nvGrpSpPr>
        <p:grpSpPr>
          <a:xfrm>
            <a:off x="2476500" y="2236470"/>
            <a:ext cx="7239000" cy="3048000"/>
            <a:chOff x="0" y="0"/>
            <a:chExt cx="7239000" cy="3048000"/>
          </a:xfrm>
        </p:grpSpPr>
        <p:sp>
          <p:nvSpPr>
            <p:cNvPr id="5" name="event"/>
            <p:cNvSpPr/>
            <p:nvPr/>
          </p:nvSpPr>
          <p:spPr>
            <a:xfrm>
              <a:off x="762000" y="952500"/>
              <a:ext cx="2286000" cy="0"/>
            </a:xfrm>
            <a:prstGeom prst="line">
              <a:avLst/>
            </a:prstGeom>
            <a:ln w="76200" cap="flat">
              <a:solidFill>
                <a:srgbClr val="4FA7D5"/>
              </a:solidFill>
              <a:round/>
              <a:headEnd type="none"/>
              <a:tailEnd type="none"/>
            </a:ln>
          </p:spPr>
        </p:sp>
        <p:sp>
          <p:nvSpPr>
            <p:cNvPr id="6" name="event"/>
            <p:cNvSpPr/>
            <p:nvPr/>
          </p:nvSpPr>
          <p:spPr>
            <a:xfrm>
              <a:off x="3048000" y="952500"/>
              <a:ext cx="2286000" cy="0"/>
            </a:xfrm>
            <a:prstGeom prst="line">
              <a:avLst/>
            </a:prstGeom>
            <a:ln w="76200" cap="flat">
              <a:solidFill>
                <a:srgbClr val="E39A45"/>
              </a:solidFill>
              <a:round/>
              <a:headEnd type="none"/>
              <a:tailEnd type="none"/>
            </a:ln>
          </p:spPr>
        </p:sp>
        <p:sp>
          <p:nvSpPr>
            <p:cNvPr id="7" name="tick"/>
            <p:cNvSpPr/>
            <p:nvPr/>
          </p:nvSpPr>
          <p:spPr>
            <a:xfrm>
              <a:off x="762000" y="881063"/>
              <a:ext cx="0" cy="142875"/>
            </a:xfrm>
            <a:prstGeom prst="line">
              <a:avLst/>
            </a:prstGeom>
            <a:ln w="13335" cap="rnd">
              <a:solidFill>
                <a:srgbClr val="4E6265"/>
              </a:solidFill>
              <a:round/>
              <a:headEnd type="none"/>
              <a:tailEnd type="none"/>
            </a:ln>
          </p:spPr>
        </p:sp>
        <p:sp>
          <p:nvSpPr>
            <p:cNvPr id="8" name="tick"/>
            <p:cNvSpPr/>
            <p:nvPr/>
          </p:nvSpPr>
          <p:spPr>
            <a:xfrm>
              <a:off x="1333500" y="909638"/>
              <a:ext cx="0" cy="85725"/>
            </a:xfrm>
            <a:prstGeom prst="line">
              <a:avLst/>
            </a:prstGeom>
            <a:ln w="10954" cap="rnd">
              <a:solidFill>
                <a:srgbClr val="6E8285"/>
              </a:solidFill>
              <a:round/>
              <a:headEnd type="none"/>
              <a:tailEnd type="none"/>
            </a:ln>
          </p:spPr>
        </p:sp>
        <p:sp>
          <p:nvSpPr>
            <p:cNvPr id="9" name="route"/>
            <p:cNvSpPr/>
            <p:nvPr/>
          </p:nvSpPr>
          <p:spPr>
            <a:xfrm>
              <a:off x="571500" y="952500"/>
              <a:ext cx="5715000" cy="0"/>
            </a:xfrm>
            <a:prstGeom prst="line">
              <a:avLst/>
            </a:prstGeom>
            <a:ln w="28575" cap="flat">
              <a:solidFill>
                <a:srgbClr val="16302F"/>
              </a:solidFill>
              <a:prstDash val="dash"/>
              <a:round/>
              <a:headEnd type="none"/>
              <a:tailEnd type="none"/>
            </a:ln>
          </p:spPr>
        </p:sp>
        <p:sp>
          <p:nvSpPr>
            <p:cNvPr id="10" name="route"/>
            <p:cNvSpPr/>
            <p:nvPr/>
          </p:nvSpPr>
          <p:spPr>
            <a:xfrm>
              <a:off x="6210300" y="952500"/>
              <a:ext cx="76200" cy="0"/>
            </a:xfrm>
            <a:prstGeom prst="line">
              <a:avLst/>
            </a:prstGeom>
            <a:ln w="28575" cap="flat">
              <a:solidFill>
                <a:srgbClr val="16302F"/>
              </a:solidFill>
              <a:prstDash val="dash"/>
              <a:round/>
              <a:headEnd type="none"/>
              <a:tailEnd type="triangle" w="med" len="med"/>
            </a:ln>
          </p:spPr>
        </p:sp>
        <p:sp>
          <p:nvSpPr>
            <p:cNvPr id="11" name="split"/>
            <p:cNvSpPr/>
            <p:nvPr/>
          </p:nvSpPr>
          <p:spPr>
            <a:xfrm>
              <a:off x="3048000" y="852488"/>
              <a:ext cx="0" cy="200025"/>
            </a:xfrm>
            <a:prstGeom prst="line">
              <a:avLst/>
            </a:prstGeom>
            <a:ln w="13335" cap="rnd">
              <a:solidFill>
                <a:srgbClr val="16302F">
                  <a:alpha val="55000"/>
                </a:srgbClr>
              </a:solidFill>
              <a:prstDash val="sysDash"/>
              <a:round/>
              <a:headEnd type="none"/>
              <a:tailEnd type="none"/>
            </a:ln>
          </p:spPr>
        </p:sp>
        <p:sp>
          <p:nvSpPr>
            <p:cNvPr id="12" name="splitdot"/>
            <p:cNvSpPr/>
            <p:nvPr/>
          </p:nvSpPr>
          <p:spPr>
            <a:xfrm>
              <a:off x="3017520" y="922020"/>
              <a:ext cx="60960" cy="60960"/>
            </a:xfrm>
            <a:prstGeom prst="ellipse">
              <a:avLst/>
            </a:prstGeom>
            <a:solidFill>
              <a:srgbClr val="FFFFFF"/>
            </a:solidFill>
            <a:ln w="15240" cap="rnd">
              <a:solidFill>
                <a:srgbClr val="16302F"/>
              </a:solidFill>
              <a:round/>
              <a:headEnd type="none"/>
              <a:tailEnd type="none"/>
            </a:ln>
          </p:spPr>
        </p:sp>
        <p:sp>
          <p:nvSpPr>
            <p:cNvPr id="13" name="text 0"/>
            <p:cNvSpPr/>
            <p:nvPr/>
          </p:nvSpPr>
          <p:spPr>
            <a:xfrm>
              <a:off x="700945" y="721043"/>
              <a:ext cx="12211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/>
            <a:p>
              <a:pPr algn="ctr"/>
              <a:r>
                <a:rPr lang="en-US" sz="825" b="0" dirty="0">
                  <a:solidFill>
                    <a:srgbClr val="6E8285"/>
                  </a:solidFill>
                  <a:latin typeface="Segoe UI"/>
                </a:rPr>
                <a:t>0</a:t>
              </a:r>
            </a:p>
          </p:txBody>
        </p:sp>
        <p:sp>
          <p:nvSpPr>
            <p:cNvPr id="14" name="text E7 &amp; E8"/>
            <p:cNvSpPr/>
            <p:nvPr/>
          </p:nvSpPr>
          <p:spPr>
            <a:xfrm>
              <a:off x="1470422" y="1047750"/>
              <a:ext cx="869156" cy="190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/>
            <a:p>
              <a:pPr algn="ctr"/>
              <a:r>
                <a:rPr lang="en-US" sz="938" b="1" dirty="0">
                  <a:solidFill>
                    <a:srgbClr val="1B6E8C"/>
                  </a:solidFill>
                  <a:latin typeface="Segoe UI"/>
                </a:rPr>
                <a:t>E7 &amp; E8</a:t>
              </a:r>
            </a:p>
          </p:txBody>
        </p:sp>
        <p:sp>
          <p:nvSpPr>
            <p:cNvPr id="15" name="node"/>
            <p:cNvSpPr/>
            <p:nvPr/>
          </p:nvSpPr>
          <p:spPr>
            <a:xfrm>
              <a:off x="952500" y="1524000"/>
              <a:ext cx="1143000" cy="457200"/>
            </a:xfrm>
            <a:prstGeom prst="roundRect">
              <a:avLst>
                <a:gd name="adj" fmla="val 14583"/>
              </a:avLst>
            </a:prstGeom>
            <a:solidFill>
              <a:srgbClr val="E5F0F5"/>
            </a:solidFill>
            <a:ln w="15240" cap="rnd">
              <a:solidFill>
                <a:srgbClr val="16302F"/>
              </a:solidFill>
              <a:round/>
              <a:headEnd type="none"/>
              <a:tailEnd type="none"/>
            </a:ln>
          </p:spPr>
          <p:txBody>
            <a:bodyPr wrap="none" lIns="18288" tIns="9144" rIns="18288" bIns="9144" anchor="ctr"/>
            <a:lstStyle/>
            <a:p>
              <a:pPr algn="ctr"/>
              <a:r>
                <a:rPr lang="en-US" sz="900" b="0" dirty="0">
                  <a:solidFill>
                    <a:srgbClr val="16302F"/>
                  </a:solidFill>
                  <a:latin typeface="Segoe UI"/>
                </a:rPr>
                <a:t>Create route</a:t>
              </a:r>
            </a:p>
            <a:p>
              <a:pPr algn="ctr"/>
              <a:r>
                <a:rPr lang="en-US" sz="900" b="0" dirty="0">
                  <a:solidFill>
                    <a:srgbClr val="16302F"/>
                  </a:solidFill>
                  <a:latin typeface="Segoe UI"/>
                </a:rPr>
                <a:t>segment</a:t>
              </a:r>
            </a:p>
          </p:txBody>
        </p:sp>
        <p:sp>
          <p:nvSpPr>
            <p:cNvPr id="16" name="node"/>
            <p:cNvSpPr/>
            <p:nvPr/>
          </p:nvSpPr>
          <p:spPr>
            <a:xfrm>
              <a:off x="2714625" y="1524000"/>
              <a:ext cx="1047750" cy="457200"/>
            </a:xfrm>
            <a:prstGeom prst="ellipse">
              <a:avLst/>
            </a:prstGeom>
            <a:solidFill>
              <a:srgbClr val="F9F0E2"/>
            </a:solidFill>
            <a:ln w="15240" cap="rnd">
              <a:solidFill>
                <a:srgbClr val="C2701A"/>
              </a:solidFill>
              <a:round/>
              <a:headEnd type="none"/>
              <a:tailEnd type="none"/>
            </a:ln>
          </p:spPr>
          <p:txBody>
            <a:bodyPr wrap="none" lIns="18288" tIns="9144" rIns="18288" bIns="9144" anchor="ctr"/>
            <a:lstStyle/>
            <a:p>
              <a:pPr algn="ctr"/>
              <a:r>
                <a:rPr lang="en-US" sz="900" b="0" dirty="0">
                  <a:solidFill>
                    <a:srgbClr val="16302F"/>
                  </a:solidFill>
                  <a:latin typeface="Segoe UI"/>
                </a:rPr>
                <a:t>Calibrate</a:t>
              </a:r>
            </a:p>
          </p:txBody>
        </p:sp>
        <p:sp>
          <p:nvSpPr>
            <p:cNvPr id="17" name="node"/>
            <p:cNvSpPr/>
            <p:nvPr/>
          </p:nvSpPr>
          <p:spPr>
            <a:xfrm>
              <a:off x="4191000" y="1524000"/>
              <a:ext cx="1143000" cy="457200"/>
            </a:xfrm>
            <a:prstGeom prst="diamond">
              <a:avLst/>
            </a:prstGeom>
            <a:solidFill>
              <a:srgbClr val="FFFFFF"/>
            </a:solidFill>
            <a:ln w="15240" cap="rnd">
              <a:solidFill>
                <a:srgbClr val="16302F"/>
              </a:solidFill>
              <a:round/>
              <a:headEnd type="none"/>
              <a:tailEnd type="none"/>
            </a:ln>
          </p:spPr>
        </p:sp>
        <p:sp>
          <p:nvSpPr>
            <p:cNvPr id="18" name="edge"/>
            <p:cNvSpPr/>
            <p:nvPr/>
          </p:nvSpPr>
          <p:spPr>
            <a:xfrm>
              <a:off x="2095500" y="1752600"/>
              <a:ext cx="619125" cy="0"/>
            </a:xfrm>
            <a:prstGeom prst="line">
              <a:avLst/>
            </a:prstGeom>
            <a:ln w="17145" cap="rnd">
              <a:solidFill>
                <a:srgbClr val="4E6265"/>
              </a:solidFill>
              <a:round/>
              <a:headEnd type="none"/>
              <a:tailEnd type="triangle" w="med" len="med"/>
            </a:ln>
          </p:spPr>
        </p:sp>
        <p:sp>
          <p:nvSpPr>
            <p:cNvPr id="19" name="edge"/>
            <p:cNvSpPr/>
            <p:nvPr/>
          </p:nvSpPr>
          <p:spPr>
            <a:xfrm>
              <a:off x="3762375" y="1752600"/>
              <a:ext cx="428625" cy="953"/>
            </a:xfrm>
            <a:custGeom>
              <a:avLst/>
              <a:gdLst/>
              <a:ahLst/>
              <a:cxnLst/>
              <a:rect l="0" t="0" r="45000" b="100"/>
              <a:pathLst>
                <a:path w="45000" h="100" fill="none">
                  <a:moveTo>
                    <a:pt x="0" y="0"/>
                  </a:moveTo>
                  <a:lnTo>
                    <a:pt x="23000" y="0"/>
                  </a:lnTo>
                  <a:lnTo>
                    <a:pt x="23000" y="0"/>
                  </a:lnTo>
                  <a:lnTo>
                    <a:pt x="45000" y="0"/>
                  </a:lnTo>
                </a:path>
              </a:pathLst>
            </a:custGeom>
            <a:noFill/>
            <a:ln w="17145" cap="rnd">
              <a:solidFill>
                <a:srgbClr val="4E6265"/>
              </a:solidFill>
              <a:prstDash val="dash"/>
              <a:round/>
              <a:headEnd type="none"/>
              <a:tailEnd type="none"/>
            </a:ln>
          </p:spPr>
        </p:sp>
        <p:sp>
          <p:nvSpPr>
            <p:cNvPr id="20" name="free"/>
            <p:cNvSpPr/>
            <p:nvPr/>
          </p:nvSpPr>
          <p:spPr>
            <a:xfrm>
              <a:off x="5524500" y="1333500"/>
              <a:ext cx="762000" cy="762000"/>
            </a:xfrm>
            <a:custGeom>
              <a:avLst/>
              <a:gdLst/>
              <a:ahLst/>
              <a:cxnLst/>
              <a:rect l="0" t="0" r="80000" b="80000"/>
              <a:pathLst>
                <a:path w="80000" h="80000" fill="none">
                  <a:moveTo>
                    <a:pt x="0" y="20000"/>
                  </a:moveTo>
                  <a:cubicBezTo>
                    <a:pt x="20000" y="0"/>
                    <a:pt x="40000" y="80000"/>
                    <a:pt x="60000" y="40000"/>
                  </a:cubicBezTo>
                  <a:cubicBezTo>
                    <a:pt x="66667" y="33333"/>
                    <a:pt x="73333" y="33333"/>
                    <a:pt x="80000" y="40000"/>
                  </a:cubicBezTo>
                </a:path>
              </a:pathLst>
            </a:custGeom>
            <a:noFill/>
            <a:ln w="20955" cap="rnd">
              <a:solidFill>
                <a:srgbClr val="7A5AA6"/>
              </a:solidFill>
              <a:prstDash val="sysDot"/>
              <a:round/>
              <a:headEnd type="none"/>
              <a:tailEnd type="none"/>
            </a:ln>
          </p:spPr>
        </p:sp>
        <p:sp>
          <p:nvSpPr>
            <p:cNvPr id="21" name="freefill"/>
            <p:cNvSpPr/>
            <p:nvPr/>
          </p:nvSpPr>
          <p:spPr>
            <a:xfrm>
              <a:off x="5524500" y="2286000"/>
              <a:ext cx="762000" cy="190500"/>
            </a:xfrm>
            <a:custGeom>
              <a:avLst/>
              <a:gdLst/>
              <a:ahLst/>
              <a:cxnLst/>
              <a:rect l="0" t="0" r="80000" b="20000"/>
              <a:pathLst>
                <a:path w="80000" h="20000">
                  <a:moveTo>
                    <a:pt x="0" y="20000"/>
                  </a:moveTo>
                  <a:lnTo>
                    <a:pt x="40000" y="0"/>
                  </a:lnTo>
                  <a:lnTo>
                    <a:pt x="80000" y="20000"/>
                  </a:lnTo>
                  <a:close/>
                </a:path>
              </a:pathLst>
            </a:custGeom>
            <a:solidFill>
              <a:srgbClr val="E6F2EC"/>
            </a:solidFill>
            <a:ln w="20955" cap="rnd">
              <a:solidFill>
                <a:srgbClr val="2E7D5B"/>
              </a:solidFill>
              <a:round/>
              <a:headEnd type="none"/>
              <a:tailEnd type="none"/>
            </a:ln>
          </p:spPr>
        </p:sp>
        <p:sp>
          <p:nvSpPr>
            <p:cNvPr id="22" name="swatch"/>
            <p:cNvSpPr/>
            <p:nvPr/>
          </p:nvSpPr>
          <p:spPr>
            <a:xfrm>
              <a:off x="571500" y="2857500"/>
              <a:ext cx="209550" cy="0"/>
            </a:xfrm>
            <a:prstGeom prst="line">
              <a:avLst/>
            </a:prstGeom>
            <a:ln w="47625" cap="flat">
              <a:solidFill>
                <a:srgbClr val="4FA7D5"/>
              </a:solidFill>
              <a:round/>
              <a:headEnd type="none"/>
              <a:tailEnd type="none"/>
            </a:ln>
          </p:spPr>
        </p:sp>
        <p:sp>
          <p:nvSpPr>
            <p:cNvPr id="23" name="text E7 0 → 20"/>
            <p:cNvSpPr/>
            <p:nvPr/>
          </p:nvSpPr>
          <p:spPr>
            <a:xfrm>
              <a:off x="838200" y="2777490"/>
              <a:ext cx="615220" cy="1600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/>
            <a:lstStyle/>
            <a:p>
              <a:pPr algn="l"/>
              <a:r>
                <a:rPr lang="en-US" sz="788" b="0" dirty="0">
                  <a:solidFill>
                    <a:srgbClr val="4E6265"/>
                  </a:solidFill>
                  <a:latin typeface="Segoe UI"/>
                </a:rPr>
                <a:t>E7 0 → 20</a:t>
              </a:r>
            </a:p>
          </p:txBody>
        </p:sp>
        <p:sp>
          <p:nvSpPr>
            <p:cNvPr id="24" name="node"/>
            <p:cNvSpPr/>
            <p:nvPr/>
          </p:nvSpPr>
          <p:spPr>
            <a:xfrm rot="540000">
              <a:off x="5524500" y="571500"/>
              <a:ext cx="381000" cy="762000"/>
            </a:xfrm>
            <a:prstGeom prst="roundRect">
              <a:avLst>
                <a:gd name="adj" fmla="val 17500"/>
              </a:avLst>
            </a:prstGeom>
            <a:solidFill>
              <a:srgbClr val="EFEAF7"/>
            </a:solidFill>
            <a:ln w="15240" cap="rnd">
              <a:solidFill>
                <a:srgbClr val="7A5AA6"/>
              </a:solidFill>
              <a:round/>
              <a:headEnd type="none"/>
              <a:tailEnd type="none"/>
            </a:ln>
          </p:spPr>
          <p:txBody>
            <a:bodyPr wrap="none" lIns="18288" tIns="9144" rIns="18288" bIns="9144" anchor="ctr"/>
            <a:lstStyle/>
            <a:p>
              <a:pPr algn="ctr"/>
              <a:r>
                <a:rPr lang="en-US" sz="900" b="0" dirty="0">
                  <a:solidFill>
                    <a:srgbClr val="16302F"/>
                  </a:solidFill>
                  <a:latin typeface="Segoe UI"/>
                </a:rPr>
                <a:t>Publish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Figures">
  <a:themeElements>
    <a:clrScheme name="Figures">
      <a:dk1>
        <a:srgbClr val="16302F"/>
      </a:dk1>
      <a:lt1>
        <a:srgbClr val="FFFFFF"/>
      </a:lt1>
      <a:dk2>
        <a:srgbClr val="4E6265"/>
      </a:dk2>
      <a:lt2>
        <a:srgbClr val="EFF2F2"/>
      </a:lt2>
      <a:accent1>
        <a:srgbClr val="1B6E8C"/>
      </a:accent1>
      <a:accent2>
        <a:srgbClr val="C2701A"/>
      </a:accent2>
      <a:accent3>
        <a:srgbClr val="2E7D5B"/>
      </a:accent3>
      <a:accent4>
        <a:srgbClr val="7A5AA6"/>
      </a:accent4>
      <a:accent5>
        <a:srgbClr val="B2442F"/>
      </a:accent5>
      <a:accent6>
        <a:srgbClr val="6E8285"/>
      </a:accent6>
      <a:hlink>
        <a:srgbClr val="1B6E8C"/>
      </a:hlink>
      <a:folHlink>
        <a:srgbClr val="7A5AA6"/>
      </a:folHlink>
    </a:clrScheme>
    <a:fontScheme name="Figures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Figure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Test plan figures</dc:title>
  <dc:creator>svg2pptx</dc:creator>
  <dcterms:created xsi:type="dcterms:W3CDTF">2026-09-05T05:11:50Z</dcterms:created>
  <dcterms:modified xsi:type="dcterms:W3CDTF">2026-09-05T05:11:50Z</dcterms:modified>
</cp:coreProperties>
</file>