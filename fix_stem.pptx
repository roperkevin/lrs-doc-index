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 (stem naming)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Pipeline Referencing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190289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5376000" y="5088050"/>
          <a:ext cx="1440000" cy="530000"/>
        </p:xfrm>
        <a:graphic>
          <a:graphicData uri="http://schemas.openxmlformats.org/drawingml/2006/table">
            <a:tbl>
              <a:tblPr firstRow="1" bandRow="0"/>
              <a:tblGrid>
                <a:gridCol w="8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2026-09-05T04:57:34Z</dcterms:created>
  <dcterms:modified xsi:type="dcterms:W3CDTF">2026-09-05T04:57:34Z</dcterms:modified>
</cp:coreProperties>
</file>