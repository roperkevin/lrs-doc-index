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Override Deck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3764344" y="1120140"/>
            <a:ext cx="4663313" cy="1963500"/>
            <a:chOff x="0" y="0"/>
            <a:chExt cx="4663313" cy="1963500"/>
          </a:xfrm>
        </p:grpSpPr>
        <p:sp>
          <p:nvSpPr>
            <p:cNvPr id="5" name="event"/>
            <p:cNvSpPr/>
            <p:nvPr/>
          </p:nvSpPr>
          <p:spPr>
            <a:xfrm>
              <a:off x="490875" y="613594"/>
              <a:ext cx="1472625" cy="0"/>
            </a:xfrm>
            <a:prstGeom prst="line">
              <a:avLst/>
            </a:prstGeom>
            <a:ln w="49088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1963500" y="613594"/>
              <a:ext cx="1472625" cy="0"/>
            </a:xfrm>
            <a:prstGeom prst="line">
              <a:avLst/>
            </a:prstGeom>
            <a:ln w="49088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490875" y="567574"/>
              <a:ext cx="0" cy="92039"/>
            </a:xfrm>
            <a:prstGeom prst="line">
              <a:avLst/>
            </a:prstGeom>
            <a:ln w="8590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859031" y="585982"/>
              <a:ext cx="0" cy="55223"/>
            </a:xfrm>
            <a:prstGeom prst="line">
              <a:avLst/>
            </a:prstGeom>
            <a:ln w="7056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368156" y="613594"/>
              <a:ext cx="3681563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4000631" y="613594"/>
              <a:ext cx="49088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1963500" y="549166"/>
              <a:ext cx="0" cy="128855"/>
            </a:xfrm>
            <a:prstGeom prst="line">
              <a:avLst/>
            </a:prstGeom>
            <a:ln w="8590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1943865" y="593959"/>
              <a:ext cx="39270" cy="39270"/>
            </a:xfrm>
            <a:prstGeom prst="ellipse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451544" y="464490"/>
              <a:ext cx="78663" cy="1079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947235" y="674953"/>
              <a:ext cx="559904" cy="1227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613594" y="981750"/>
              <a:ext cx="736313" cy="294525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1748742" y="981750"/>
              <a:ext cx="674953" cy="294525"/>
            </a:xfrm>
            <a:prstGeom prst="ellipse">
              <a:avLst/>
            </a:prstGeom>
            <a:solidFill>
              <a:srgbClr val="F9F0E2"/>
            </a:solidFill>
            <a:ln w="9818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2699813" y="981750"/>
              <a:ext cx="736313" cy="294525"/>
            </a:xfrm>
            <a:prstGeom prst="diamond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1349906" y="1129013"/>
              <a:ext cx="398836" cy="0"/>
            </a:xfrm>
            <a:prstGeom prst="line">
              <a:avLst/>
            </a:prstGeom>
            <a:ln w="110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2423695" y="1129013"/>
              <a:ext cx="276117" cy="614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10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3558844" y="859031"/>
              <a:ext cx="490875" cy="490875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13499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3558844" y="1472625"/>
              <a:ext cx="490875" cy="122719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13499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368156" y="1840781"/>
              <a:ext cx="134991" cy="0"/>
            </a:xfrm>
            <a:prstGeom prst="line">
              <a:avLst/>
            </a:prstGeom>
            <a:ln w="3068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539963" y="1789239"/>
              <a:ext cx="396320" cy="1030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3558844" y="368156"/>
              <a:ext cx="245438" cy="490875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9818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4107420" y="3220800"/>
          <a:ext cx="1840000" cy="795000"/>
        </p:xfrm>
        <a:graphic>
          <a:graphicData uri="http://schemas.openxmlformats.org/drawingml/2006/table">
            <a:tbl>
              <a:tblPr firstRow="1" bandRow="0"/>
              <a:tblGrid>
                <a:gridCol w="12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Split Measure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0002" name="case table"/>
          <p:cNvGraphicFramePr>
            <a:graphicFrameLocks noGrp="1"/>
          </p:cNvGraphicFramePr>
          <p:nvPr/>
        </p:nvGraphicFramePr>
        <p:xfrm>
          <a:off x="6084580" y="3220800"/>
          <a:ext cx="2000000" cy="3180000"/>
        </p:xfrm>
        <a:graphic>
          <a:graphicData uri="http://schemas.openxmlformats.org/drawingml/2006/table">
            <a:tbl>
              <a:tblPr firstRow="1" bandRow="0"/>
              <a:tblGrid>
                <a:gridCol w="800000"/>
                <a:gridCol w="120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2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3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4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5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6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8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9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…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2026-09-05T04:39:03Z</dcterms:created>
  <dcterms:modified xsi:type="dcterms:W3CDTF">2026-09-05T04:39:03Z</dcterms:modified>
</cp:coreProperties>
</file>